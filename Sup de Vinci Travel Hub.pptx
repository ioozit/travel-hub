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T Sans Narrow"/>
      <p:regular r:id="rId14"/>
      <p:bold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bold.fntdata"/><Relationship Id="rId14" Type="http://schemas.openxmlformats.org/officeDocument/2006/relationships/font" Target="fonts/PTSansNarrow-regular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1e833e8bd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1e833e8bd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1e833e8bd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1e833e8bd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1e833e8b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1e833e8b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e833e8b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e833e8b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1e833e8b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1e833e8b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299e7da6d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299e7da6d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299e7da6d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299e7da6d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IoOziT/travel-hub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Sup de Vinci Travel Hub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projet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Sommaire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Présentation du projet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Fonctionnalités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Stack technique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Lien GitHub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Démo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Bilan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Présentation du projet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SupDeVinci Travel Hub (STH) est une plateforme B2C qui centralise</a:t>
            </a:r>
            <a:r>
              <a:rPr lang="fr"/>
              <a:t> les</a:t>
            </a:r>
            <a:r>
              <a:rPr lang="fr"/>
              <a:t> vols, hébergements et activitées touristiques afin de construire des itinéraires personnalisés quasi en temps réel.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Stack technique</a:t>
            </a:r>
            <a:endParaRPr/>
          </a:p>
        </p:txBody>
      </p:sp>
      <p:pic>
        <p:nvPicPr>
          <p:cNvPr id="85" name="Google Shape;85;p16" title="image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500" y="1304863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 rotWithShape="1">
          <a:blip r:embed="rId4">
            <a:alphaModFix/>
          </a:blip>
          <a:srcRect b="14188" l="17587" r="17418" t="41816"/>
          <a:stretch/>
        </p:blipFill>
        <p:spPr>
          <a:xfrm>
            <a:off x="4078075" y="1591325"/>
            <a:ext cx="2061475" cy="6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1950" y="1322525"/>
            <a:ext cx="1514476" cy="151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77463" y="3073796"/>
            <a:ext cx="1409025" cy="140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7">
            <a:alphaModFix/>
          </a:blip>
          <a:srcRect b="20525" l="8879" r="5327" t="20525"/>
          <a:stretch/>
        </p:blipFill>
        <p:spPr>
          <a:xfrm>
            <a:off x="3853550" y="3362988"/>
            <a:ext cx="2173750" cy="83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Fonctionnalités développées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Création d’offre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List paginée des offres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Récupération d’une offre par son ID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Récupération de recommandations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Création de ville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Liste paginée des villes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Récupération d’une ville par son code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Repository GitHub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2200" u="sng">
                <a:hlinkClick r:id="rId3"/>
              </a:rPr>
              <a:t>https://github.com/IoOziT/travel-hub</a:t>
            </a:r>
            <a:endParaRPr b="1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4600"/>
              <a:t>Démo</a:t>
            </a:r>
            <a:endParaRPr sz="4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2218050"/>
            <a:ext cx="8520600" cy="7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940"/>
              <a:t>Bilan</a:t>
            </a:r>
            <a:endParaRPr sz="49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